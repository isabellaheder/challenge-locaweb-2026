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1" autoAdjust="0"/>
    <p:restoredTop sz="94660"/>
  </p:normalViewPr>
  <p:slideViewPr>
    <p:cSldViewPr snapToGrid="0">
      <p:cViewPr varScale="1">
        <p:scale>
          <a:sx n="70" d="100"/>
          <a:sy n="70" d="100"/>
        </p:scale>
        <p:origin x="24" y="2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DC32-B83B-3CF5-BD16-6461EEB0E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88C0D-6E01-256E-D2BC-F79E408B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6ABA4-78B2-AC34-3FC8-E2490FF3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739B7-E7DB-422C-C983-12F8CB96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2BDC-C8DD-566B-74CB-C761AB9A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66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E5E9-3B27-F706-DC67-13EB9350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CAAF7-D7E9-FACE-A18E-86C8F6E4D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C650D-EABB-314E-143A-F50D53C8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AE73-B2D4-0F6E-3766-4A32A0E1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46F44-1BFE-0413-6F61-FA3F70DB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74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A07F-AF7C-C03D-47E5-09191E3B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2BBF5-952F-658F-C238-041D70AF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246B4-FA3C-F2E4-1FB1-EF79BED0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66CA-4A10-265B-1AE7-017F47A70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96592-8976-4A09-71FB-49714842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70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2A4A-783E-81B9-87F4-85129B10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EFF1-A816-824D-B990-E1873D376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32997-EC2C-DDE5-3760-D55CCB41E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8768C-5A96-6418-D78C-6FB85AE9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69AF7-A422-085B-A101-90357959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CED38-138B-1DD2-3C78-A0A6E7DC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8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AD11-AAC8-AA7F-7607-5FEBC20F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F171F-F4C1-2CA5-0D3D-EAB11C0EC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B2184-71E6-1413-2B23-0E8094392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E17F1-CF80-39AE-5812-3A61C201C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5A611-27C7-DD0B-F402-CDA6D6F2D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2A295-FAEC-4024-F081-175902AE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732A1-10C3-10EF-79E9-BD3D54B6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6A9A6-46EE-1B70-221D-B02C1D49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99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BF66-42A8-4F40-8CC6-DEEEBD33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358BE-6110-0899-08FB-258C17C7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CF516-A131-6D13-3714-17282139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A4CF7-65F7-55F4-05A5-54F6D7A9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45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C344B-44CC-B4EF-9E80-A8026E38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007CE-46B4-3182-FFB4-29D5A0EE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2CAAA-417B-B90E-1326-6BA43468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23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181E-C83A-89F7-CC4E-F9E71A60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A998-4E0F-C320-EBBD-767BB5B26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8CAC6-8664-8ED2-AFE8-599800FAA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AF895-547B-04CC-DE73-40FDCDE1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F0350-9B08-EDAD-FA0A-AF8E28D5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6733F-4B22-E326-1C58-A42A6FC4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42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7E82-9543-F6DE-B5F8-9A3EFBC7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62773-E3F0-EE65-D710-C7F4F82F9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B1F46-64DF-FCDF-CDC0-B2BE3FB62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BD465-507C-E6F4-0A77-F254D605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68E59-9702-A7E3-06AF-8DF663A4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5820E-ADF5-EDC1-64B8-862D52AE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81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9A9C-C403-BBA5-8615-DFCA7A29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7C48C-B426-F0DD-FD73-BE9F1B7D3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6CAA0-3C03-C517-35DA-7BC77CF8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02D0A-B077-424C-0FBD-F7894625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BF8EB-E012-9B5F-5EFB-7819F2CF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23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6C02C-C16B-C41F-3092-EB7CBF5AD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3F18B-43A3-817B-4E8A-61C38241D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CA53-1015-59E3-A5A9-1612D34B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BC82-C935-4DF8-D322-079FEB83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E9570-6225-2533-B5CA-BAE5E781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06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C05BE8-872F-DFC3-0FAB-2A3634BF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36544-DD26-8B49-1692-EDCC5A334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9410-8DDC-1EAE-A0A8-E26D48A6DF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99645-F1C8-4EE9-A7EE-03E64CA06E4B}" type="datetimeFigureOut">
              <a:rPr lang="pt-BR" smtClean="0"/>
              <a:t>13/09/2026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00B0-30B8-368A-7DBF-BD6251F0C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FAC89-8A24-1EF4-3F95-64137B80E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F55A8-AB7C-4076-A1B9-E2701ADCA0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3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cK-m2l-oio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dictops360-516228098940.southamerica-east1.run.app/" TargetMode="External"/><Relationship Id="rId5" Type="http://schemas.openxmlformats.org/officeDocument/2006/relationships/hyperlink" Target="https://youtu.be/EuH4-KFB-ec" TargetMode="External"/><Relationship Id="rId4" Type="http://schemas.openxmlformats.org/officeDocument/2006/relationships/hyperlink" Target="https://github.com/isabellaheder/Challenge-Locaweb-2026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DBD35A-BE72-D9DE-20F8-0317B82D8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C6A1-383E-34B4-5FCE-2A99042B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9CC86-DBEC-2746-481F-BF4CD79BE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9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117CD-1251-9B72-2C7D-FFAAB8DC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A74BB6-452D-B574-7A94-6D4C1CF9C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4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658F-7BE5-072B-7976-53E737A5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45BF3-5954-6A3D-CD7E-5AF4DF7A6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5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89D8-8EEC-E5C0-0FFE-9FB0D805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537258-93C8-0DBF-4253-28C668C03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1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5227-6C80-F401-CEFD-E266581E5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002379-CFDB-084A-AE0E-6CF2471FA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7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30E8-7DD0-7D65-2C2B-610664DF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6DD2DA-39E4-36AB-DC9C-676B5C6F2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0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15BB-D824-07C0-4D8D-D77B9DFF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FC7DA-5642-80F8-17BB-772AB14CD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3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267D-DC13-00C9-6DB4-FB88BD85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A3D29-4DBA-3387-F7C3-FF16FD2FA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7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9B3E-7D41-7812-977C-F7835F65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60FB2E-41F6-3AEF-FAF2-03B8E913B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5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2510-15EC-24FB-C62E-FC282A1F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FF4C21-CF73-336B-55E3-36376ECA9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1CE3F-D897-FDD2-0CB0-FCE00F1D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A7FCAE-F2A6-2C0E-A153-639B496E9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97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0EF8-B19E-88E3-AE8E-8121CE88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41024-22D3-64F5-09C4-9D59C49C2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6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63CC-BE24-436A-456F-02BD06A3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DF1F88-F008-6F26-A10B-C885D3F00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1C934-1C94-F032-E3EF-CAAE00FC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54" y="1467112"/>
            <a:ext cx="11478491" cy="481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3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13EA-FEBF-B0B7-481C-21392138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D7364-1FC7-681E-821B-9CE217CD4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BCB84-EEAC-F2D2-EC6D-416740303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8"/>
            <a:ext cx="12192000" cy="685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63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E2FC-7A98-092E-E282-0D5AF821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B973A6-C6D1-07B6-9FE9-8299D4369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3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2DC3-E014-1EB3-811B-3D3B327C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D9277D-D90F-87D5-9943-93CB7E0EF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60911" cy="68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99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7FB4-E6AD-ED3F-3DB1-B569B79B7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423775-3E40-9B0E-724B-A1C443EBF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90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E225-45FC-9C48-8162-BF42378E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8C0B4-D1D1-46C1-8CCC-5A6B9F94B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38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8516-5476-092D-950D-B701C066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C55259-4CAD-E440-433A-BA558C378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04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3BD5-7BC1-B117-C154-1853DB36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C18C2C-AC30-D32A-503E-09A1A758A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19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6533-592B-D789-BFCF-FFB6F100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4AFEF6-2D6B-6CF2-7450-1789006AE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48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8614-9F64-56B4-4035-E10064B7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4164D-C076-91F2-1031-3775AD3E0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39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C94ACF2-0B68-1FC3-91CD-D57B63D94E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97"/>
            <a:ext cx="12192000" cy="68142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495D70-26AA-F8A1-7348-44C9A49530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97071" y="1570026"/>
            <a:ext cx="3434964" cy="636105"/>
          </a:xfrm>
          <a:prstGeom prst="rect">
            <a:avLst/>
          </a:prstGeom>
          <a:solidFill>
            <a:srgbClr val="0920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782C3A-CF9C-CFC2-BED0-CA476E3607E7}"/>
              </a:ext>
            </a:extLst>
          </p:cNvPr>
          <p:cNvSpPr/>
          <p:nvPr/>
        </p:nvSpPr>
        <p:spPr>
          <a:xfrm>
            <a:off x="4397071" y="2671059"/>
            <a:ext cx="3434964" cy="636105"/>
          </a:xfrm>
          <a:prstGeom prst="rect">
            <a:avLst/>
          </a:prstGeom>
          <a:solidFill>
            <a:srgbClr val="0920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7486CB-D88F-7049-24C2-BEAC57777BB0}"/>
              </a:ext>
            </a:extLst>
          </p:cNvPr>
          <p:cNvSpPr/>
          <p:nvPr/>
        </p:nvSpPr>
        <p:spPr>
          <a:xfrm>
            <a:off x="4378518" y="3813543"/>
            <a:ext cx="3434964" cy="636105"/>
          </a:xfrm>
          <a:prstGeom prst="rect">
            <a:avLst/>
          </a:prstGeom>
          <a:solidFill>
            <a:srgbClr val="0920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52F92-2136-7766-2549-B0B0DA6EC532}"/>
              </a:ext>
            </a:extLst>
          </p:cNvPr>
          <p:cNvSpPr txBox="1"/>
          <p:nvPr/>
        </p:nvSpPr>
        <p:spPr>
          <a:xfrm>
            <a:off x="3861542" y="1486833"/>
            <a:ext cx="44689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  <a:hlinkClick r:id="rId3"/>
              </a:rPr>
              <a:t>Vídeo </a:t>
            </a:r>
            <a:r>
              <a:rPr lang="pt-BR" sz="5000" b="1" dirty="0" err="1">
                <a:solidFill>
                  <a:schemeClr val="bg1"/>
                </a:solidFill>
                <a:hlinkClick r:id="rId3"/>
              </a:rPr>
              <a:t>Pitch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D0A9A-E56D-B560-D8CE-CBB3C277C7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43079" y="2567226"/>
            <a:ext cx="37930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  <a:hlinkClick r:id="rId4"/>
              </a:rPr>
              <a:t>Link Github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525074-D5BE-F106-A187-7605B5BB15F7}"/>
              </a:ext>
            </a:extLst>
          </p:cNvPr>
          <p:cNvSpPr txBox="1"/>
          <p:nvPr/>
        </p:nvSpPr>
        <p:spPr>
          <a:xfrm>
            <a:off x="4243079" y="3700708"/>
            <a:ext cx="37930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  <a:hlinkClick r:id="rId5"/>
              </a:rPr>
              <a:t>Vídeo Demo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4F152-517F-2A53-1FC4-D6C0122734D5}"/>
              </a:ext>
            </a:extLst>
          </p:cNvPr>
          <p:cNvSpPr/>
          <p:nvPr/>
        </p:nvSpPr>
        <p:spPr>
          <a:xfrm>
            <a:off x="4422104" y="4929329"/>
            <a:ext cx="3434964" cy="636105"/>
          </a:xfrm>
          <a:prstGeom prst="rect">
            <a:avLst/>
          </a:prstGeom>
          <a:solidFill>
            <a:srgbClr val="0920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F519E-974D-5ED0-A23A-BAD801503E06}"/>
              </a:ext>
            </a:extLst>
          </p:cNvPr>
          <p:cNvSpPr txBox="1"/>
          <p:nvPr/>
        </p:nvSpPr>
        <p:spPr>
          <a:xfrm>
            <a:off x="4319279" y="4834190"/>
            <a:ext cx="37930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>
                <a:solidFill>
                  <a:schemeClr val="bg1"/>
                </a:solidFill>
                <a:hlinkClick r:id="rId6"/>
              </a:rPr>
              <a:t>Link Demo</a:t>
            </a:r>
            <a:endParaRPr lang="pt-BR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488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5DDE-6BF6-85BD-31EE-0758399C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263C99-6099-0CE9-9DEB-C4DF629C6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1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ED2A-337F-B73E-FE6A-CE58A216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224A4-2FF8-A8F6-88AE-585FBD2FE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51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8077-FB63-394A-09F6-02334E8B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7003F0-9232-7B55-4567-E9DA1627A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77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51F2-F0D2-3E6D-2567-3E161DC0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F7C31-8DC8-248D-6B4E-3041DAD09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96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F02A-0DFD-6B96-A138-E9BB64B6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E204BE-9502-1E1A-CD26-1288189DD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72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470E-8753-CC42-B64A-91C4562E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7CA82-2BE1-3844-6A1B-37FEEE5A5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62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4A4B-8BFC-6889-A1C7-9FF5B6F0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9D969E-E1F0-8D6A-60B5-B2D14657D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0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800C-01D6-190D-670B-10C3D950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7134CC-596E-C58E-E622-8232833B4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1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FA25-B29C-C52E-B06D-A31209D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37CC04-08A7-E92E-7974-E0CEB2951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94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6992-8307-1B13-0717-A4BF2D5B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023E3C-4665-8231-2344-D74B0EC30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9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</Words>
  <Application>Microsoft Office PowerPoint</Application>
  <PresentationFormat>Widescreen</PresentationFormat>
  <Paragraphs>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Heder</dc:creator>
  <cp:lastModifiedBy>Isabella Heder</cp:lastModifiedBy>
  <cp:revision>2</cp:revision>
  <dcterms:created xsi:type="dcterms:W3CDTF">2026-09-13T19:45:47Z</dcterms:created>
  <dcterms:modified xsi:type="dcterms:W3CDTF">2026-09-14T01:08:17Z</dcterms:modified>
</cp:coreProperties>
</file>